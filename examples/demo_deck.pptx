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3566160"/>
            <a:ext cx="5120640" cy="5120640"/>
          </a:xfrm>
          <a:prstGeom prst="ellipse">
            <a:avLst/>
          </a:prstGeom>
          <a:solidFill>
            <a:srgbClr val="4C6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663440"/>
            <a:ext cx="2926080" cy="2926080"/>
          </a:xfrm>
          <a:prstGeom prst="ellipse">
            <a:avLst/>
          </a:prstGeom>
          <a:noFill/>
          <a:ln w="15240">
            <a:solidFill>
              <a:srgbClr val="4C6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4C6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A623"/>
                </a:solidFill>
                <a:latin typeface="Microsoft YaHei"/>
                <a:ea typeface="Microsoft YaHei"/>
              </a:rPr>
              <a:t>PART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950208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From plain text to a vector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074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AB4D8"/>
                </a:solidFill>
                <a:latin typeface="Microsoft YaHei"/>
                <a:ea typeface="Microsoft YaHei"/>
              </a:rPr>
              <a:t>The model designs, python-pptx renders — no templates, no drag-and-drop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C6FFF"/>
                </a:solidFill>
                <a:latin typeface="Microsoft YaHei"/>
                <a:ea typeface="Microsoft YaHei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23283B"/>
                </a:solidFill>
                <a:latin typeface="Microsoft YaHei"/>
                <a:ea typeface="Microsoft YaHei"/>
              </a:rPr>
              <a:t>Quarterly Growth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371600"/>
            <a:ext cx="566928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2A6"/>
                </a:solidFill>
                <a:latin typeface="Microsoft YaHei"/>
                <a:ea typeface="Microsoft YaHei"/>
              </a:rPr>
              <a:t>Fictional demo data · generated by /ppt-direct in one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11095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3283B"/>
                </a:solidFill>
                <a:latin typeface="Microsoft YaHei"/>
                <a:ea typeface="Microsoft YaHei"/>
              </a:rPr>
              <a:t>North America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965960"/>
            <a:ext cx="4023359" cy="237744"/>
          </a:xfrm>
          <a:prstGeom prst="roundRect">
            <a:avLst>
              <a:gd name="adj" fmla="val 50000"/>
            </a:avLst>
          </a:prstGeom>
          <a:solidFill>
            <a:srgbClr val="C9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42631" y="1933955"/>
            <a:ext cx="1463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A6"/>
                </a:solidFill>
                <a:latin typeface="Microsoft YaHei"/>
                <a:ea typeface="Microsoft YaHei"/>
              </a:rPr>
              <a:t>Q1 $1.2M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295144"/>
            <a:ext cx="6035040" cy="237744"/>
          </a:xfrm>
          <a:prstGeom prst="roundRect">
            <a:avLst>
              <a:gd name="adj" fmla="val 50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54311" y="2263140"/>
            <a:ext cx="1737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F51B5"/>
                </a:solidFill>
                <a:latin typeface="Microsoft YaHei"/>
                <a:ea typeface="Microsoft YaHei"/>
              </a:rPr>
              <a:t>Q2 $1.8M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2057400"/>
            <a:ext cx="1261872" cy="402336"/>
          </a:xfrm>
          <a:prstGeom prst="roundRect">
            <a:avLst>
              <a:gd name="adj" fmla="val 50000"/>
            </a:avLst>
          </a:prstGeom>
          <a:solidFill>
            <a:srgbClr val="2ED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2039112"/>
            <a:ext cx="126187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+50%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43784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3283B"/>
                </a:solidFill>
                <a:latin typeface="Microsoft YaHei"/>
                <a:ea typeface="Microsoft YaHei"/>
              </a:rPr>
              <a:t>Europe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898648"/>
            <a:ext cx="4023359" cy="237744"/>
          </a:xfrm>
          <a:prstGeom prst="roundRect">
            <a:avLst>
              <a:gd name="adj" fmla="val 50000"/>
            </a:avLst>
          </a:prstGeom>
          <a:solidFill>
            <a:srgbClr val="C9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1" y="2866644"/>
            <a:ext cx="1463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A6"/>
                </a:solidFill>
                <a:latin typeface="Microsoft YaHei"/>
                <a:ea typeface="Microsoft YaHei"/>
              </a:rPr>
              <a:t>Q1 $0.9M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3227832"/>
            <a:ext cx="4908499" cy="237744"/>
          </a:xfrm>
          <a:prstGeom prst="roundRect">
            <a:avLst>
              <a:gd name="adj" fmla="val 50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7771" y="3195828"/>
            <a:ext cx="1737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F51B5"/>
                </a:solidFill>
                <a:latin typeface="Microsoft YaHei"/>
                <a:ea typeface="Microsoft YaHei"/>
              </a:rPr>
              <a:t>Q2 $1.1M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60" y="2990088"/>
            <a:ext cx="1261872" cy="402336"/>
          </a:xfrm>
          <a:prstGeom prst="roundRect">
            <a:avLst>
              <a:gd name="adj" fmla="val 50000"/>
            </a:avLst>
          </a:prstGeom>
          <a:solidFill>
            <a:srgbClr val="2ED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2971800"/>
            <a:ext cx="126187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+22%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76472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3283B"/>
                </a:solidFill>
                <a:latin typeface="Microsoft YaHei"/>
                <a:ea typeface="Microsoft YaHei"/>
              </a:rPr>
              <a:t>APAC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3831335"/>
            <a:ext cx="4023359" cy="237744"/>
          </a:xfrm>
          <a:prstGeom prst="roundRect">
            <a:avLst>
              <a:gd name="adj" fmla="val 50000"/>
            </a:avLst>
          </a:prstGeom>
          <a:solidFill>
            <a:srgbClr val="C9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2631" y="3799331"/>
            <a:ext cx="1463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A6"/>
                </a:solidFill>
                <a:latin typeface="Microsoft YaHei"/>
                <a:ea typeface="Microsoft YaHei"/>
              </a:rPr>
              <a:t>Q1 $1.5M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160520"/>
            <a:ext cx="5632703" cy="237744"/>
          </a:xfrm>
          <a:prstGeom prst="roundRect">
            <a:avLst>
              <a:gd name="adj" fmla="val 50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1976" y="4128515"/>
            <a:ext cx="1737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F51B5"/>
                </a:solidFill>
                <a:latin typeface="Microsoft YaHei"/>
                <a:ea typeface="Microsoft YaHei"/>
              </a:rPr>
              <a:t>Q2 $1.4M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3922775"/>
            <a:ext cx="1261872" cy="402336"/>
          </a:xfrm>
          <a:prstGeom prst="roundRect">
            <a:avLst>
              <a:gd name="adj" fmla="val 50000"/>
            </a:avLst>
          </a:prstGeom>
          <a:solidFill>
            <a:srgbClr val="FF7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3904487"/>
            <a:ext cx="126187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-7%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2A6"/>
                </a:solidFill>
                <a:latin typeface="Microsoft YaHei"/>
                <a:ea typeface="Microsoft YaHei"/>
              </a:rPr>
              <a:t>ppt-direct demo · fictional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473952"/>
            <a:ext cx="1490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2A6"/>
                </a:solidFill>
                <a:latin typeface="Microsoft YaHei"/>
                <a:ea typeface="Microsoft YaHei"/>
              </a:rPr>
              <a:t>2026-09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3840480"/>
            <a:ext cx="4754880" cy="4754880"/>
          </a:xfrm>
          <a:prstGeom prst="ellipse">
            <a:avLst/>
          </a:prstGeom>
          <a:solidFill>
            <a:srgbClr val="4C6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Ship your story,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not your weekend.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663440"/>
            <a:ext cx="109728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920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AB4D8"/>
                </a:solidFill>
                <a:latin typeface="Microsoft YaHei"/>
                <a:ea typeface="Microsoft YaHei"/>
              </a:rPr>
              <a:t>github.com/xu-jin-cs/ppt-skills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